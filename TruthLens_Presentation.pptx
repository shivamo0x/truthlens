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90FF"/>
            </a:gs>
            <a:gs pos="100000">
              <a:srgbClr val="6366F1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</a:defRPr>
            </a:pPr>
            <a:r>
              <a:t>TruthLens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D93D"/>
                </a:solidFill>
              </a:defRPr>
            </a:pPr>
            <a:r>
              <a:t>AI-Powered Fake News Detection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6B6B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📊 Misinformation spreads 6x faster than facts online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🎯 Manual fact-checking is slow and resource-intensive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⚠️  Bias and misleading claims are increasingly prevalent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🔓 Difficult to verify credibility at scale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💡 Need for intelligent, automated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90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0"/>
          </a:xfrm>
          <a:prstGeom prst="rect">
            <a:avLst/>
          </a:prstGeom>
          <a:ln w="381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54633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6BCB77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✅ AI-powered content analysis using Llama 3.3 model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✅ Multi-source input: Text content and URL articles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✅ Intelligent credibility scoring and bias detection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✅ Integration with Google Fact Check API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✅ Fast, scalable, and user-friendly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90FF"/>
                </a:solidFill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0"/>
          </a:xfrm>
          <a:prstGeom prst="rect">
            <a:avLst/>
          </a:prstGeom>
          <a:ln w="381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6846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90FF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0"/>
          </a:xfrm>
          <a:prstGeom prst="rect">
            <a:avLst/>
          </a:prstGeom>
          <a:ln w="381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54541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90FF"/>
                </a:solidFill>
              </a:defRPr>
            </a:pPr>
            <a:r>
              <a:t>Who Benefits?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0"/>
          </a:xfrm>
          <a:prstGeom prst="rect">
            <a:avLst/>
          </a:prstGeom>
          <a:ln w="381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se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54541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90FF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0"/>
          </a:xfrm>
          <a:prstGeom prst="rect">
            <a:avLst/>
          </a:prstGeom>
          <a:ln w="381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59645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90FF"/>
                </a:solidFill>
              </a:defRPr>
            </a:pPr>
            <a:r>
              <a:t>Analysis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0"/>
          </a:xfrm>
          <a:prstGeom prst="rect">
            <a:avLst/>
          </a:prstGeom>
          <a:ln w="381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ore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5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90FF"/>
                </a:solidFill>
              </a:defRPr>
            </a:pPr>
            <a:r>
              <a:t>TruthLens vs Manual Checking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0"/>
          </a:xfrm>
          <a:prstGeom prst="rect">
            <a:avLst/>
          </a:prstGeom>
          <a:ln w="381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44531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E90FF"/>
                </a:solidFill>
              </a:defRPr>
            </a:pPr>
            <a:r>
              <a:t>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🔌 POST /api/analyze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   • Analyzes text or URL content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   • Returns: trust_score, bias_level, key_findings, highlights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🔌 GET /api/history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   • Retrieves last 10 analyses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   • Sorted by timestamp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E90FF"/>
                </a:solidFill>
              </a:defRPr>
            </a:pPr>
            <a:r>
              <a:t>What Users Receive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📈 Trust Score (0-100) - Credibility rating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📊 Bias Level (0-100) - Detected bias amount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🏷️  Bias Label - Objective/Biased/Inflammatory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🔍 Key Findings - Main points identified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✏️  Highlights - Specific sections with explanations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📝 Credibility Notes - Summary with fact-check info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E90FF"/>
                </a:solidFill>
              </a:defRPr>
            </a:pPr>
            <a:r>
              <a:t>Backend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⚙️ FastAPI - Modern, fast Python web framework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🗄️ MongoDB - Flexible document database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🚀 Motor - Async MongoDB driver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🧠 Groq API - LLM inference (Llama 3.3 70B)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🔗 BeautifulSoup - Web scraping and parsing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✓ Pydantic - Data validation and serialization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61DAFB"/>
                </a:solidFill>
              </a:defRPr>
            </a:pPr>
            <a:r>
              <a:t>Frontend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⚛️  React 19 - Modern UI library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🎨 Tailwind CSS - Utility-first styling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📡 Axios - HTTP client for API calls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📊 Recharts - Data visualization library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🎯 React Router - Client-side routing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🎭 Radix UI - Accessible component library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6BCB77"/>
                </a:solidFill>
              </a:defRPr>
            </a:pPr>
            <a:r>
              <a:t>Advanced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🌐 URL Web Scraping - Extract and analyze articles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🔐 Fact Verification - Google Fact Check integration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💾 Persistent Storage - MongoDB history tracking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⚡ Real-time Processing - Async operations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🛡️  CORS Security - Cross-origin request handling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📱 Responsive Design - Works on all devices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6B6B"/>
                </a:solidFill>
              </a:defRPr>
            </a:pPr>
            <a:r>
              <a:t>Sample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Input: 'Scientists discover miraculous cancer cure hidden by Big Pharma'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Output: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✗ Trust Score: 18/100 (Very Low)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✗ Bias Level: 92/100 (Extremely Biased)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✗ Bias Label: Inflammatory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✗ Key Findings: Conspiracy theory, unverified claims, sensational language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E90FF"/>
                </a:solidFill>
              </a:defRPr>
            </a:pPr>
            <a:r>
              <a:t>Why TruthLens?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⚡ Speed - Analyze articles in seconds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📈 Scale - Process unlimited content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🎯 Accuracy - AI catches subtle biases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💡 Insight - Comprehensive credibility analysis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👥 Accessibility - Simple, intuitive interface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🔄 Consistency - Unbiased automated evaluation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6BCB77"/>
                </a:solidFill>
              </a:defRPr>
            </a:pPr>
            <a:r>
              <a:t>Real-World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🌍 Combat misinformation at scale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📰 Support journalist verification workflows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🎓 Help students fact-check research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📱 Empower informed social media sharing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🏢 Support organizational content moderation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🔐 Build trust in information ecosystem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E90FF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🌐 Multi-language support for global reach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📱 Native mobile apps (iOS &amp; Android)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🔔 Real-time social media monitoring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🔌 Browser extension for quick checks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👥 Community verification consensus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🤖 Enhanced ML models with more training data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6B6B"/>
                </a:solidFill>
              </a:defRPr>
            </a:pPr>
            <a:r>
              <a:t>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🔒 Input Validation - All content validated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🛡️  CORS Protection - Trusted origins only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🔐 Secure APIs - HTTPS connections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👤 Privacy-First - No personal data collected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📊 Encrypted Storage - MongoDB security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⚖️  Rate Limiting - Prevent abuse (coming soon)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E90FF"/>
                </a:solidFill>
              </a:defRPr>
            </a:pPr>
            <a:r>
              <a:t>How to 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1. Visit TruthLens website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2. Select input type (text or URL)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3. Paste content to analyze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4. Click 'Analyze' button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5. Review detailed credibility report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6. Share findings or track history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E90FF"/>
                </a:solidFill>
              </a:defRPr>
            </a:pPr>
            <a:r>
              <a:t>Deployment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☁️ Cloud-ready architecture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🚀 FastAPI server deployed on cloud platform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⚛️  React frontend hosted on CDN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📊 MongoDB Atlas for database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🔑 Environment variables for API keys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🌐 Accessible via web browser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366F1"/>
            </a:gs>
            <a:gs pos="100000">
              <a:srgbClr val="1E90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D93D"/>
          </a:solidFill>
          <a:ln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D93D"/>
                </a:solidFill>
              </a:defRPr>
            </a:pPr>
            <a:r>
              <a:t>Fight Misinformation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TruthLens: Intelligent Content Verification for a Trustworthy Information Ecosystem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